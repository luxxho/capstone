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j91xqXgvOCbmOC/QsAZ2o3yU+c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77238D-0E52-4B25-AE53-1AAC2BA8170E}">
  <a:tblStyle styleId="{4177238D-0E52-4B25-AE53-1AAC2BA817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Oswald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7bf08ef61302f7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h7bf08ef61302f71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22ef0a103ac700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h622ef0a103ac700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622ef0a103ac700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h622ef0a103ac700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622ef0a103ac700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h622ef0a103ac7003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622ef0a103ac700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h622ef0a103ac7003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622ef0a103ac700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h622ef0a103ac7003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37800f6eb8746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37800f6eb8746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50300" y="4840025"/>
            <a:ext cx="2925900" cy="1042800"/>
          </a:xfrm>
          <a:prstGeom prst="homePlate">
            <a:avLst>
              <a:gd fmla="val 50000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2080009" y="-1519728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4695454" y="682625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7" name="Google Shape;87;p1"/>
          <p:cNvCxnSpPr/>
          <p:nvPr/>
        </p:nvCxnSpPr>
        <p:spPr>
          <a:xfrm>
            <a:off x="1028700" y="6277603"/>
            <a:ext cx="6492240" cy="0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"/>
          <p:cNvSpPr/>
          <p:nvPr/>
        </p:nvSpPr>
        <p:spPr>
          <a:xfrm>
            <a:off x="8401626" y="3211170"/>
            <a:ext cx="8564342" cy="3864659"/>
          </a:xfrm>
          <a:custGeom>
            <a:rect b="b" l="l" r="r" t="t"/>
            <a:pathLst>
              <a:path extrusionOk="0" h="3864659" w="8564342">
                <a:moveTo>
                  <a:pt x="0" y="0"/>
                </a:moveTo>
                <a:lnTo>
                  <a:pt x="8564341" y="0"/>
                </a:lnTo>
                <a:lnTo>
                  <a:pt x="8564341" y="3864660"/>
                </a:lnTo>
                <a:lnTo>
                  <a:pt x="0" y="3864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439861" y="1947298"/>
            <a:ext cx="8076122" cy="2530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PRESENTACIÓN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213922" y="5029200"/>
            <a:ext cx="2283388" cy="684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“VetMap“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09413" y="6841475"/>
            <a:ext cx="7292400" cy="20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Sede Puente 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 b="0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3083550" y="560475"/>
            <a:ext cx="121209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652334" y="3115586"/>
            <a:ext cx="6036300" cy="994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Jefe de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Planificar, coordinar y dar seguimiento al proyecto, y ser el contacto con el docente guía.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646633" y="2344879"/>
            <a:ext cx="6047700" cy="5847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Luis Gonzalez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652334" y="5889974"/>
            <a:ext cx="6036300" cy="994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Analista Programador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Analizar los requerimientos y desarrollar la lógica, la API y las interfaces del sistema.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646633" y="5175866"/>
            <a:ext cx="6047700" cy="584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Javier Rodriguez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550336" y="3115577"/>
            <a:ext cx="6036300" cy="994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Desarrollador BD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Funciones desempeñadas: Diseñar, implementar y mantener la base de datos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544635" y="2377245"/>
            <a:ext cx="6047700" cy="584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Martin Guerrero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544636" y="5889974"/>
            <a:ext cx="6036300" cy="9942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Calidad y 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Diseñar y ejecutar pruebas, y registrar el seguimiento de incidencias detectadas.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544635" y="5175866"/>
            <a:ext cx="6047700" cy="5847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Allison Rubio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599337" y="8664364"/>
            <a:ext cx="6036300" cy="9942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3517" lvl="1" marL="36703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Diseñar los wireframes, prototipos e identidad visual de la plataforma y documentacion.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593636" y="7978681"/>
            <a:ext cx="6047700" cy="5847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Sebastián Rojas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019916" y="7454725"/>
            <a:ext cx="2663001" cy="2666334"/>
          </a:xfrm>
          <a:custGeom>
            <a:rect b="b" l="l" r="r" t="t"/>
            <a:pathLst>
              <a:path extrusionOk="0" h="2666334" w="2663001">
                <a:moveTo>
                  <a:pt x="0" y="0"/>
                </a:moveTo>
                <a:lnTo>
                  <a:pt x="2663001" y="0"/>
                </a:lnTo>
                <a:lnTo>
                  <a:pt x="2663001" y="2666334"/>
                </a:lnTo>
                <a:lnTo>
                  <a:pt x="0" y="2666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3839765" y="1758665"/>
            <a:ext cx="10608470" cy="7734603"/>
          </a:xfrm>
          <a:custGeom>
            <a:rect b="b" l="l" r="r" t="t"/>
            <a:pathLst>
              <a:path extrusionOk="0" h="7734603" w="10608470">
                <a:moveTo>
                  <a:pt x="0" y="0"/>
                </a:moveTo>
                <a:lnTo>
                  <a:pt x="10608470" y="0"/>
                </a:lnTo>
                <a:lnTo>
                  <a:pt x="10608470" y="7734603"/>
                </a:lnTo>
                <a:lnTo>
                  <a:pt x="0" y="7734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 txBox="1"/>
          <p:nvPr/>
        </p:nvSpPr>
        <p:spPr>
          <a:xfrm>
            <a:off x="6022803" y="602297"/>
            <a:ext cx="6242394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2265197" y="563981"/>
            <a:ext cx="1352416" cy="1072097"/>
          </a:xfrm>
          <a:custGeom>
            <a:rect b="b" l="l" r="r" t="t"/>
            <a:pathLst>
              <a:path extrusionOk="0" h="1072097" w="1352416">
                <a:moveTo>
                  <a:pt x="0" y="0"/>
                </a:moveTo>
                <a:lnTo>
                  <a:pt x="1352416" y="0"/>
                </a:lnTo>
                <a:lnTo>
                  <a:pt x="1352416" y="1072097"/>
                </a:lnTo>
                <a:lnTo>
                  <a:pt x="0" y="107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-2080009" y="-1519728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/>
          <p:nvPr/>
        </p:nvSpPr>
        <p:spPr>
          <a:xfrm>
            <a:off x="14695454" y="682625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7bf08ef61302f719_0_0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h7bf08ef61302f719_0_0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h7bf08ef61302f719_0_0"/>
          <p:cNvSpPr txBox="1"/>
          <p:nvPr/>
        </p:nvSpPr>
        <p:spPr>
          <a:xfrm>
            <a:off x="3617850" y="563975"/>
            <a:ext cx="110523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CASOS DE USO EXTENDIDO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7bf08ef61302f719_0_0"/>
          <p:cNvSpPr/>
          <p:nvPr/>
        </p:nvSpPr>
        <p:spPr>
          <a:xfrm>
            <a:off x="991372" y="625231"/>
            <a:ext cx="1352416" cy="1072097"/>
          </a:xfrm>
          <a:custGeom>
            <a:rect b="b" l="l" r="r" t="t"/>
            <a:pathLst>
              <a:path extrusionOk="0" h="1072097" w="1352416">
                <a:moveTo>
                  <a:pt x="0" y="0"/>
                </a:moveTo>
                <a:lnTo>
                  <a:pt x="1352416" y="0"/>
                </a:lnTo>
                <a:lnTo>
                  <a:pt x="1352416" y="1072097"/>
                </a:lnTo>
                <a:lnTo>
                  <a:pt x="0" y="107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7" name="Google Shape;127;h7bf08ef61302f719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300" y="2395350"/>
            <a:ext cx="8476429" cy="3855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h7bf08ef61302f719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85850" y="1758575"/>
            <a:ext cx="8594775" cy="823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22ef0a103ac7003_1_0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h622ef0a103ac7003_1_0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h622ef0a103ac7003_1_0"/>
          <p:cNvSpPr txBox="1"/>
          <p:nvPr/>
        </p:nvSpPr>
        <p:spPr>
          <a:xfrm>
            <a:off x="3707650" y="398475"/>
            <a:ext cx="102438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DIAGRAMA SECUENCIA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h622ef0a103ac7003_1_0"/>
          <p:cNvSpPr/>
          <p:nvPr/>
        </p:nvSpPr>
        <p:spPr>
          <a:xfrm>
            <a:off x="13239747" y="539281"/>
            <a:ext cx="1352416" cy="1072097"/>
          </a:xfrm>
          <a:custGeom>
            <a:rect b="b" l="l" r="r" t="t"/>
            <a:pathLst>
              <a:path extrusionOk="0" h="1072097" w="1352416">
                <a:moveTo>
                  <a:pt x="0" y="0"/>
                </a:moveTo>
                <a:lnTo>
                  <a:pt x="1352416" y="0"/>
                </a:lnTo>
                <a:lnTo>
                  <a:pt x="1352416" y="1072097"/>
                </a:lnTo>
                <a:lnTo>
                  <a:pt x="0" y="107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7" name="Google Shape;137;h622ef0a103ac7003_1_0" title="Diagramasecuenciagenera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7550" y="1838325"/>
            <a:ext cx="11772900" cy="84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22ef0a103ac7003_1_12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h622ef0a103ac7003_1_12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h622ef0a103ac7003_1_12"/>
          <p:cNvSpPr txBox="1"/>
          <p:nvPr/>
        </p:nvSpPr>
        <p:spPr>
          <a:xfrm>
            <a:off x="3181963" y="186350"/>
            <a:ext cx="107850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DIAGRAMA ACTIVIDADES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h622ef0a103ac7003_1_12"/>
          <p:cNvSpPr/>
          <p:nvPr/>
        </p:nvSpPr>
        <p:spPr>
          <a:xfrm>
            <a:off x="13753609" y="435431"/>
            <a:ext cx="1352416" cy="1072097"/>
          </a:xfrm>
          <a:custGeom>
            <a:rect b="b" l="l" r="r" t="t"/>
            <a:pathLst>
              <a:path extrusionOk="0" h="1072097" w="1352416">
                <a:moveTo>
                  <a:pt x="0" y="0"/>
                </a:moveTo>
                <a:lnTo>
                  <a:pt x="1352416" y="0"/>
                </a:lnTo>
                <a:lnTo>
                  <a:pt x="1352416" y="1072097"/>
                </a:lnTo>
                <a:lnTo>
                  <a:pt x="0" y="107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6" name="Google Shape;146;h622ef0a103ac7003_1_12" title="diagramaactividadesgenera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8975" y="1800225"/>
            <a:ext cx="11811000" cy="84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622ef0a103ac7003_1_33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h622ef0a103ac7003_1_33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h622ef0a103ac7003_1_33"/>
          <p:cNvSpPr/>
          <p:nvPr/>
        </p:nvSpPr>
        <p:spPr>
          <a:xfrm>
            <a:off x="13753609" y="435431"/>
            <a:ext cx="1352416" cy="1072097"/>
          </a:xfrm>
          <a:custGeom>
            <a:rect b="b" l="l" r="r" t="t"/>
            <a:pathLst>
              <a:path extrusionOk="0" h="1072097" w="1352416">
                <a:moveTo>
                  <a:pt x="0" y="0"/>
                </a:moveTo>
                <a:lnTo>
                  <a:pt x="1352416" y="0"/>
                </a:lnTo>
                <a:lnTo>
                  <a:pt x="1352416" y="1072097"/>
                </a:lnTo>
                <a:lnTo>
                  <a:pt x="0" y="107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h622ef0a103ac7003_1_33"/>
          <p:cNvSpPr txBox="1"/>
          <p:nvPr/>
        </p:nvSpPr>
        <p:spPr>
          <a:xfrm>
            <a:off x="3835675" y="356175"/>
            <a:ext cx="94776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DIAGRAMA DE CLASES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h622ef0a103ac7003_1_33" title="diagramaclasesgenera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9325" y="1748525"/>
            <a:ext cx="6729351" cy="805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22ef0a103ac7003_1_23"/>
          <p:cNvSpPr/>
          <p:nvPr/>
        </p:nvSpPr>
        <p:spPr>
          <a:xfrm>
            <a:off x="-2282334" y="-1597553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h622ef0a103ac7003_1_23"/>
          <p:cNvSpPr/>
          <p:nvPr/>
        </p:nvSpPr>
        <p:spPr>
          <a:xfrm>
            <a:off x="2098685" y="240356"/>
            <a:ext cx="1352416" cy="1072097"/>
          </a:xfrm>
          <a:custGeom>
            <a:rect b="b" l="l" r="r" t="t"/>
            <a:pathLst>
              <a:path extrusionOk="0" h="1072097" w="1352416">
                <a:moveTo>
                  <a:pt x="0" y="0"/>
                </a:moveTo>
                <a:lnTo>
                  <a:pt x="1352416" y="0"/>
                </a:lnTo>
                <a:lnTo>
                  <a:pt x="1352416" y="1072097"/>
                </a:lnTo>
                <a:lnTo>
                  <a:pt x="0" y="107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h622ef0a103ac7003_1_23"/>
          <p:cNvSpPr txBox="1"/>
          <p:nvPr/>
        </p:nvSpPr>
        <p:spPr>
          <a:xfrm>
            <a:off x="3357750" y="240300"/>
            <a:ext cx="115725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DIAGRAMA DE DESPLIEGUE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3" name="Google Shape;163;h622ef0a103ac7003_1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713" y="1772425"/>
            <a:ext cx="11954574" cy="833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h622ef0a103ac7003_1_23"/>
          <p:cNvSpPr/>
          <p:nvPr/>
        </p:nvSpPr>
        <p:spPr>
          <a:xfrm>
            <a:off x="14695454" y="682625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622ef0a103ac7003_1_42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h622ef0a103ac7003_1_42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h622ef0a103ac7003_1_42"/>
          <p:cNvSpPr/>
          <p:nvPr/>
        </p:nvSpPr>
        <p:spPr>
          <a:xfrm>
            <a:off x="1500285" y="240356"/>
            <a:ext cx="1352416" cy="1072097"/>
          </a:xfrm>
          <a:custGeom>
            <a:rect b="b" l="l" r="r" t="t"/>
            <a:pathLst>
              <a:path extrusionOk="0" h="1072097" w="1352416">
                <a:moveTo>
                  <a:pt x="0" y="0"/>
                </a:moveTo>
                <a:lnTo>
                  <a:pt x="1352416" y="0"/>
                </a:lnTo>
                <a:lnTo>
                  <a:pt x="1352416" y="1072097"/>
                </a:lnTo>
                <a:lnTo>
                  <a:pt x="0" y="107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h622ef0a103ac7003_1_42"/>
          <p:cNvSpPr txBox="1"/>
          <p:nvPr/>
        </p:nvSpPr>
        <p:spPr>
          <a:xfrm>
            <a:off x="2820600" y="240300"/>
            <a:ext cx="126468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DIAGRAMA DE COMPONENTES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3" name="Google Shape;173;h622ef0a103ac7003_1_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2700" y="1549850"/>
            <a:ext cx="12582601" cy="85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/>
          <p:nvPr/>
        </p:nvSpPr>
        <p:spPr>
          <a:xfrm>
            <a:off x="5676023" y="1636078"/>
            <a:ext cx="6935954" cy="7868860"/>
          </a:xfrm>
          <a:custGeom>
            <a:rect b="b" l="l" r="r" t="t"/>
            <a:pathLst>
              <a:path extrusionOk="0" h="7868860" w="6935954">
                <a:moveTo>
                  <a:pt x="0" y="0"/>
                </a:moveTo>
                <a:lnTo>
                  <a:pt x="6935954" y="0"/>
                </a:lnTo>
                <a:lnTo>
                  <a:pt x="6935954" y="7868860"/>
                </a:lnTo>
                <a:lnTo>
                  <a:pt x="0" y="7868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4"/>
          <p:cNvSpPr txBox="1"/>
          <p:nvPr/>
        </p:nvSpPr>
        <p:spPr>
          <a:xfrm>
            <a:off x="6022803" y="602297"/>
            <a:ext cx="6242394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DIAGRAMA BD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-2080009" y="-1519728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4"/>
          <p:cNvSpPr/>
          <p:nvPr/>
        </p:nvSpPr>
        <p:spPr>
          <a:xfrm>
            <a:off x="14695454" y="682625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2" name="Google Shape;182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74150" y="2220624"/>
            <a:ext cx="4419599" cy="441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/>
          <p:nvPr/>
        </p:nvSpPr>
        <p:spPr>
          <a:xfrm>
            <a:off x="4186032" y="283160"/>
            <a:ext cx="1441348" cy="1459929"/>
          </a:xfrm>
          <a:custGeom>
            <a:rect b="b" l="l" r="r" t="t"/>
            <a:pathLst>
              <a:path extrusionOk="0" h="1459929" w="1441348">
                <a:moveTo>
                  <a:pt x="0" y="0"/>
                </a:moveTo>
                <a:lnTo>
                  <a:pt x="1441348" y="0"/>
                </a:lnTo>
                <a:lnTo>
                  <a:pt x="1441348" y="1459930"/>
                </a:lnTo>
                <a:lnTo>
                  <a:pt x="0" y="1459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5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5"/>
          <p:cNvSpPr/>
          <p:nvPr/>
        </p:nvSpPr>
        <p:spPr>
          <a:xfrm>
            <a:off x="1028700" y="2027939"/>
            <a:ext cx="16002587" cy="7511214"/>
          </a:xfrm>
          <a:custGeom>
            <a:rect b="b" l="l" r="r" t="t"/>
            <a:pathLst>
              <a:path extrusionOk="0" h="7511214" w="16002587">
                <a:moveTo>
                  <a:pt x="0" y="0"/>
                </a:moveTo>
                <a:lnTo>
                  <a:pt x="16002587" y="0"/>
                </a:lnTo>
                <a:lnTo>
                  <a:pt x="16002587" y="7511214"/>
                </a:lnTo>
                <a:lnTo>
                  <a:pt x="0" y="7511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5"/>
          <p:cNvSpPr txBox="1"/>
          <p:nvPr/>
        </p:nvSpPr>
        <p:spPr>
          <a:xfrm>
            <a:off x="5187407" y="602297"/>
            <a:ext cx="7913187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DIAGRAMA AS 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2379919" y="298735"/>
            <a:ext cx="1441348" cy="1459929"/>
          </a:xfrm>
          <a:custGeom>
            <a:rect b="b" l="l" r="r" t="t"/>
            <a:pathLst>
              <a:path extrusionOk="0" h="1459929" w="1441348">
                <a:moveTo>
                  <a:pt x="0" y="0"/>
                </a:moveTo>
                <a:lnTo>
                  <a:pt x="1441348" y="0"/>
                </a:lnTo>
                <a:lnTo>
                  <a:pt x="1441348" y="1459930"/>
                </a:lnTo>
                <a:lnTo>
                  <a:pt x="0" y="1459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6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6"/>
          <p:cNvSpPr/>
          <p:nvPr/>
        </p:nvSpPr>
        <p:spPr>
          <a:xfrm>
            <a:off x="794241" y="1747817"/>
            <a:ext cx="16699518" cy="7942708"/>
          </a:xfrm>
          <a:custGeom>
            <a:rect b="b" l="l" r="r" t="t"/>
            <a:pathLst>
              <a:path extrusionOk="0" h="7942708" w="16699518">
                <a:moveTo>
                  <a:pt x="0" y="0"/>
                </a:moveTo>
                <a:lnTo>
                  <a:pt x="16699518" y="0"/>
                </a:lnTo>
                <a:lnTo>
                  <a:pt x="16699518" y="7942709"/>
                </a:lnTo>
                <a:lnTo>
                  <a:pt x="0" y="7942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6"/>
          <p:cNvSpPr txBox="1"/>
          <p:nvPr/>
        </p:nvSpPr>
        <p:spPr>
          <a:xfrm>
            <a:off x="5187407" y="602297"/>
            <a:ext cx="7913187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DIAGRAMA TO 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2566269" y="389223"/>
            <a:ext cx="1441348" cy="1459929"/>
          </a:xfrm>
          <a:custGeom>
            <a:rect b="b" l="l" r="r" t="t"/>
            <a:pathLst>
              <a:path extrusionOk="0" h="1459929" w="1441348">
                <a:moveTo>
                  <a:pt x="0" y="0"/>
                </a:moveTo>
                <a:lnTo>
                  <a:pt x="1441348" y="0"/>
                </a:lnTo>
                <a:lnTo>
                  <a:pt x="1441348" y="1459930"/>
                </a:lnTo>
                <a:lnTo>
                  <a:pt x="0" y="1459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14695454" y="682625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7"/>
          <p:cNvSpPr/>
          <p:nvPr/>
        </p:nvSpPr>
        <p:spPr>
          <a:xfrm>
            <a:off x="-2080009" y="-1519728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7"/>
          <p:cNvSpPr/>
          <p:nvPr/>
        </p:nvSpPr>
        <p:spPr>
          <a:xfrm>
            <a:off x="10405699" y="8184433"/>
            <a:ext cx="6968359" cy="1680397"/>
          </a:xfrm>
          <a:custGeom>
            <a:rect b="b" l="l" r="r" t="t"/>
            <a:pathLst>
              <a:path extrusionOk="0" h="1680397" w="6968359">
                <a:moveTo>
                  <a:pt x="0" y="0"/>
                </a:moveTo>
                <a:lnTo>
                  <a:pt x="6968359" y="0"/>
                </a:lnTo>
                <a:lnTo>
                  <a:pt x="6968359" y="1680397"/>
                </a:lnTo>
                <a:lnTo>
                  <a:pt x="0" y="1680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7"/>
          <p:cNvSpPr/>
          <p:nvPr/>
        </p:nvSpPr>
        <p:spPr>
          <a:xfrm>
            <a:off x="13438069" y="2336156"/>
            <a:ext cx="3528683" cy="3124489"/>
          </a:xfrm>
          <a:custGeom>
            <a:rect b="b" l="l" r="r" t="t"/>
            <a:pathLst>
              <a:path extrusionOk="0" h="3124489" w="3528683">
                <a:moveTo>
                  <a:pt x="0" y="0"/>
                </a:moveTo>
                <a:lnTo>
                  <a:pt x="3528683" y="0"/>
                </a:lnTo>
                <a:lnTo>
                  <a:pt x="3528683" y="3124489"/>
                </a:lnTo>
                <a:lnTo>
                  <a:pt x="0" y="312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7"/>
          <p:cNvSpPr/>
          <p:nvPr/>
        </p:nvSpPr>
        <p:spPr>
          <a:xfrm>
            <a:off x="683310" y="1841773"/>
            <a:ext cx="12223308" cy="6074093"/>
          </a:xfrm>
          <a:custGeom>
            <a:rect b="b" l="l" r="r" t="t"/>
            <a:pathLst>
              <a:path extrusionOk="0" h="6074093" w="12223308">
                <a:moveTo>
                  <a:pt x="0" y="0"/>
                </a:moveTo>
                <a:lnTo>
                  <a:pt x="12223308" y="0"/>
                </a:lnTo>
                <a:lnTo>
                  <a:pt x="12223308" y="6074093"/>
                </a:lnTo>
                <a:lnTo>
                  <a:pt x="0" y="6074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 txBox="1"/>
          <p:nvPr/>
        </p:nvSpPr>
        <p:spPr>
          <a:xfrm>
            <a:off x="6267867" y="310218"/>
            <a:ext cx="5752265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MATRIZ RACI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4400" y="429977"/>
            <a:ext cx="1043254" cy="10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8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8"/>
          <p:cNvSpPr/>
          <p:nvPr/>
        </p:nvSpPr>
        <p:spPr>
          <a:xfrm>
            <a:off x="974407" y="2150320"/>
            <a:ext cx="16339186" cy="6669308"/>
          </a:xfrm>
          <a:custGeom>
            <a:rect b="b" l="l" r="r" t="t"/>
            <a:pathLst>
              <a:path extrusionOk="0" h="6669308" w="16339186">
                <a:moveTo>
                  <a:pt x="0" y="0"/>
                </a:moveTo>
                <a:lnTo>
                  <a:pt x="16339186" y="0"/>
                </a:lnTo>
                <a:lnTo>
                  <a:pt x="16339186" y="6669308"/>
                </a:lnTo>
                <a:lnTo>
                  <a:pt x="0" y="6669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600" r="0" t="-291"/>
            </a:stretch>
          </a:blipFill>
          <a:ln>
            <a:noFill/>
          </a:ln>
        </p:spPr>
      </p:sp>
      <p:sp>
        <p:nvSpPr>
          <p:cNvPr id="220" name="Google Shape;220;p8"/>
          <p:cNvSpPr txBox="1"/>
          <p:nvPr/>
        </p:nvSpPr>
        <p:spPr>
          <a:xfrm>
            <a:off x="5255050" y="468454"/>
            <a:ext cx="7777899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MATRIZ DE RIESGO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88300" y="570027"/>
            <a:ext cx="1043254" cy="10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14695454" y="682625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9"/>
          <p:cNvSpPr/>
          <p:nvPr/>
        </p:nvSpPr>
        <p:spPr>
          <a:xfrm>
            <a:off x="-2080009" y="-1519728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9"/>
          <p:cNvSpPr/>
          <p:nvPr/>
        </p:nvSpPr>
        <p:spPr>
          <a:xfrm>
            <a:off x="558263" y="2246975"/>
            <a:ext cx="17171467" cy="6779868"/>
          </a:xfrm>
          <a:custGeom>
            <a:rect b="b" l="l" r="r" t="t"/>
            <a:pathLst>
              <a:path extrusionOk="0" h="6582396" w="16959474">
                <a:moveTo>
                  <a:pt x="0" y="0"/>
                </a:moveTo>
                <a:lnTo>
                  <a:pt x="16959474" y="0"/>
                </a:lnTo>
                <a:lnTo>
                  <a:pt x="16959474" y="6582396"/>
                </a:lnTo>
                <a:lnTo>
                  <a:pt x="0" y="6582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9"/>
          <p:cNvSpPr txBox="1"/>
          <p:nvPr/>
        </p:nvSpPr>
        <p:spPr>
          <a:xfrm>
            <a:off x="2391732" y="402940"/>
            <a:ext cx="13504537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MATRIZ DE CONTROL DE CAMBIO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6275" y="865727"/>
            <a:ext cx="1043254" cy="10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h37800f6eb87467f_0_0"/>
          <p:cNvGraphicFramePr/>
          <p:nvPr/>
        </p:nvGraphicFramePr>
        <p:xfrm>
          <a:off x="3396088" y="36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{4177238D-0E52-4B25-AE53-1AAC2BA8170E}</a:tableStyleId>
              </a:tblPr>
              <a:tblGrid>
                <a:gridCol w="841525"/>
                <a:gridCol w="2836750"/>
                <a:gridCol w="9744725"/>
                <a:gridCol w="1344425"/>
              </a:tblGrid>
              <a:tr h="88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ID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Épica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1010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HU-01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Cuenta y acceso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Como usuario nuevo, quiero registrarme en VetMap para tener una cuenta y usar la plataforma.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Alta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</a:tr>
              <a:tr h="1010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HU-02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Cuenta y acceso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Como usuario registrado, quiero iniciar sesión con mi correo y contraseña para acceder a mis datos de forma segura.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Alta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</a:tr>
              <a:tr h="1010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HU-03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Cuenta y acceso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Como usuario registrado, quiero editar mi perfil para mantener mis datos actualizados.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Media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99"/>
                    </a:solidFill>
                  </a:tcPr>
                </a:tc>
              </a:tr>
              <a:tr h="1239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HU-04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Mascotas e historial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Como dueño de mascota, quiero registrar a mi mascota con nombre, especie, raza, edad y foto para tener su perfil en un solo lugar.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Alta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</a:tr>
              <a:tr h="1010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HU-05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Mascotas e historial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Como dueño de mascota, quiero editar la información de mi mascota para mantener sus datos al día.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Media</a:t>
                      </a:r>
                      <a:endParaRPr sz="1600"/>
                    </a:p>
                  </a:txBody>
                  <a:tcPr marT="91425" marB="91425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h37800f6eb87467f_0_0"/>
          <p:cNvSpPr txBox="1"/>
          <p:nvPr/>
        </p:nvSpPr>
        <p:spPr>
          <a:xfrm>
            <a:off x="2391770" y="449615"/>
            <a:ext cx="135045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en-US" sz="8000">
                <a:latin typeface="Oswald"/>
                <a:ea typeface="Oswald"/>
                <a:cs typeface="Oswald"/>
                <a:sym typeface="Oswald"/>
              </a:rPr>
              <a:t>Product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h37800f6eb87467f_0_0"/>
          <p:cNvSpPr/>
          <p:nvPr/>
        </p:nvSpPr>
        <p:spPr>
          <a:xfrm flipH="1">
            <a:off x="13597698" y="-1769921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h37800f6eb87467f_0_0"/>
          <p:cNvSpPr/>
          <p:nvPr/>
        </p:nvSpPr>
        <p:spPr>
          <a:xfrm flipH="1">
            <a:off x="-3108709" y="701357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9" name="Google Shape;239;h37800f6eb87467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2325" y="-125550"/>
            <a:ext cx="5327700" cy="48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h37800f6eb87467f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85975" y="530039"/>
            <a:ext cx="1043254" cy="10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/>
          <p:nvPr/>
        </p:nvSpPr>
        <p:spPr>
          <a:xfrm>
            <a:off x="7214534" y="3906124"/>
            <a:ext cx="3858933" cy="103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GRACIAS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 flipH="1">
            <a:off x="11568466" y="-1773049"/>
            <a:ext cx="9225459" cy="6105576"/>
          </a:xfrm>
          <a:custGeom>
            <a:rect b="b" l="l" r="r" t="t"/>
            <a:pathLst>
              <a:path extrusionOk="0" h="6105576" w="9225459">
                <a:moveTo>
                  <a:pt x="9225459" y="0"/>
                </a:moveTo>
                <a:lnTo>
                  <a:pt x="0" y="0"/>
                </a:lnTo>
                <a:lnTo>
                  <a:pt x="0" y="6105576"/>
                </a:lnTo>
                <a:lnTo>
                  <a:pt x="9225459" y="6105576"/>
                </a:lnTo>
                <a:lnTo>
                  <a:pt x="922545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0"/>
          <p:cNvSpPr/>
          <p:nvPr/>
        </p:nvSpPr>
        <p:spPr>
          <a:xfrm flipH="1">
            <a:off x="-2699521" y="704652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